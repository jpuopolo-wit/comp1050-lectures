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218"/>
    <p:restoredTop sz="96405"/>
  </p:normalViewPr>
  <p:slideViewPr>
    <p:cSldViewPr snapToGrid="0" snapToObjects="1">
      <p:cViewPr>
        <p:scale>
          <a:sx n="100" d="100"/>
          <a:sy n="100" d="100"/>
        </p:scale>
        <p:origin x="264" y="6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0FCA96-5043-0841-BDD9-ABF8F5A785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C65307-DB57-264B-954E-F5A4C133A5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96EEA5-21E7-E64D-A304-000F9DE9F5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2849D-D5D0-0146-B5D9-3EEC71DEA18E}" type="datetimeFigureOut">
              <a:rPr lang="en-US" smtClean="0"/>
              <a:t>7/15/20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C0E710-5648-2A42-BBBE-532B6B9380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09FDC2-3849-D14E-B55B-7E92E30DAE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078E92-E7FC-4341-A24F-3FB85A9C44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41359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B6BAE8-75CD-7541-B3A5-4976FF6234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354004-F969-EF42-94C7-88B7CF5E43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D04249-758A-8B43-88E1-89FC2675D2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2849D-D5D0-0146-B5D9-3EEC71DEA18E}" type="datetimeFigureOut">
              <a:rPr lang="en-US" smtClean="0"/>
              <a:t>7/15/20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80F585-FDBD-F44F-9CB3-625B2ED91A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F01229-F280-ED4C-AB0E-73F536A923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078E92-E7FC-4341-A24F-3FB85A9C44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42926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466B5-5D2E-8140-9BF5-5D0EC4F1ED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9E1074-8F3D-DD46-B27E-39BF6CF83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0FEB4C-0B47-234D-9C3D-8E03B7243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2849D-D5D0-0146-B5D9-3EEC71DEA18E}" type="datetimeFigureOut">
              <a:rPr lang="en-US" smtClean="0"/>
              <a:t>7/15/20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00E567-87B4-3842-BE5D-6B088FCEC6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7225E7-1824-7242-8EEC-DABBC4496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078E92-E7FC-4341-A24F-3FB85A9C44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26947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0ACE5F-21E6-1940-B46C-FC8D4CDC9F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C69DBC-EBDE-0141-893C-B36FE6A18F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5060B7-4F76-A84A-B9EF-6050BD3C11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FC3571-91CD-DA42-9F46-31A7E3409A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2849D-D5D0-0146-B5D9-3EEC71DEA18E}" type="datetimeFigureOut">
              <a:rPr lang="en-US" smtClean="0"/>
              <a:t>7/15/20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5F9ADE-20E0-EA41-9AC6-F5B690A6D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0B3868-88D8-5B47-818F-01AA4800B6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078E92-E7FC-4341-A24F-3FB85A9C44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03990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F81DF5-ACAD-D148-8A55-9C13227C0A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8799A6-7FC8-2447-9C0B-DD55EE9AFD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A134F9-7442-BE4B-B0A2-3D3785669E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1F96E5F-F9F7-3646-B291-60C1DCBD945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830504F-6BD8-3743-B45D-98DAA1D8BDC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FF8BEC6-B6BE-174C-A1DB-9CECBF2257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2849D-D5D0-0146-B5D9-3EEC71DEA18E}" type="datetimeFigureOut">
              <a:rPr lang="en-US" smtClean="0"/>
              <a:t>7/15/20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E1D8001-75A8-3D4C-9B35-B93F35F0F3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E168796-49DF-4448-9234-D66BA12A0B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078E92-E7FC-4341-A24F-3FB85A9C44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48310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066456-A3DD-8D48-A778-C877357E5E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A4C1E85-856A-5C47-ACFF-A104714C2C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2849D-D5D0-0146-B5D9-3EEC71DEA18E}" type="datetimeFigureOut">
              <a:rPr lang="en-US" smtClean="0"/>
              <a:t>7/15/20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6ED3F6C-2D7E-9C4F-91C9-D47F64558A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A35EAF-313B-CF44-91D6-BAB4C5AB12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078E92-E7FC-4341-A24F-3FB85A9C44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70139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E5B8C86-BCFD-E845-95D0-7FF9606382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2849D-D5D0-0146-B5D9-3EEC71DEA18E}" type="datetimeFigureOut">
              <a:rPr lang="en-US" smtClean="0"/>
              <a:t>7/15/20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4DA18E6-CBA5-1640-B7D9-A615C66D48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D16A8E-7BBB-B944-AE1D-3D79714C99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078E92-E7FC-4341-A24F-3FB85A9C44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55588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3BF0ED-8B71-9840-89AA-5C13EF8736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41103B-184A-CE4E-870C-30D2AA5B8B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51AD4F-BB6B-0D48-BB01-443E1FF013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F516BF-1A0A-9E49-8DD4-0368211FDF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2849D-D5D0-0146-B5D9-3EEC71DEA18E}" type="datetimeFigureOut">
              <a:rPr lang="en-US" smtClean="0"/>
              <a:t>7/15/20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8A1180-0212-0948-8BA5-F9AA0AE450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DDC18C-1024-D342-88D5-4F25199D1A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078E92-E7FC-4341-A24F-3FB85A9C44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74058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83CC70-9CA4-8A49-B3C0-A195FD2EE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E9790EC-797E-5249-B3CB-DA68C06916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962406-3090-904B-BBC3-F8B8BE0A4C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64A45D-E0C1-7244-B614-99634988F2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2849D-D5D0-0146-B5D9-3EEC71DEA18E}" type="datetimeFigureOut">
              <a:rPr lang="en-US" smtClean="0"/>
              <a:t>7/15/20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D3B39D-6ACF-FC44-9EA7-0BCF6174F5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383328-8669-0145-A9AF-DB844D512D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078E92-E7FC-4341-A24F-3FB85A9C44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22957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AB09D-4771-E247-983C-70F2AA9BC7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9DA7EB2-62BF-294D-B4DC-528B8BF1DF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8D463E-431E-8740-A236-B3914A9AD9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2849D-D5D0-0146-B5D9-3EEC71DEA18E}" type="datetimeFigureOut">
              <a:rPr lang="en-US" smtClean="0"/>
              <a:t>7/15/20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C99300-4F02-EC47-AE43-FF3531AB3C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399697-6E6C-A34E-AA41-5356B11629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078E92-E7FC-4341-A24F-3FB85A9C44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50715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24CF71D-F706-E543-8569-DAD89E80DF0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7B47160-7811-724D-8F85-3AAB56F2B6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CF5582-F096-2D40-89F5-BA7EB6D408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2849D-D5D0-0146-B5D9-3EEC71DEA18E}" type="datetimeFigureOut">
              <a:rPr lang="en-US" smtClean="0"/>
              <a:t>7/15/20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7840EE-544E-8B4A-9D68-2C5C6D2996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1C0EBF-803C-AD4B-B3DD-1E56646400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078E92-E7FC-4341-A24F-3FB85A9C44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31279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EF401BB-E842-834C-87D4-2466072B68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1BEC7C-6F58-3447-B2B9-DEFF6985CB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6098A4-7E9D-8C4C-8549-7596C4256EE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12849D-D5D0-0146-B5D9-3EEC71DEA18E}" type="datetimeFigureOut">
              <a:rPr lang="en-US" smtClean="0"/>
              <a:t>7/15/20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51F0B9-B435-524C-82A7-E7B7E69D7F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D03EBC-A90E-7D48-BA71-B2D432982E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078E92-E7FC-4341-A24F-3FB85A9C44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83698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regex101.com/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2C7EB0-BBF1-3A4C-916B-F42F00F64FD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Java Regular Expressions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8D737D-B69B-1745-837B-39BF2A32020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Finding a Needle in a Haystack</a:t>
            </a:r>
          </a:p>
        </p:txBody>
      </p:sp>
    </p:spTree>
    <p:extLst>
      <p:ext uri="{BB962C8B-B14F-4D97-AF65-F5344CB8AC3E}">
        <p14:creationId xmlns:p14="http://schemas.microsoft.com/office/powerpoint/2010/main" val="22906996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BA91E3-CA0D-964F-A4DB-735DDFD563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Regular Expression?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3B2CF1-2341-A64D-96EF-D5CFE0F60E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Many problems in programming require us to process text in various ways</a:t>
            </a:r>
          </a:p>
          <a:p>
            <a:r>
              <a:rPr lang="en-US" dirty="0"/>
              <a:t>Sometimes we need to search files and text for patterns, e.g., email addresses, credit card numbers, quoted words, etc.</a:t>
            </a:r>
          </a:p>
          <a:p>
            <a:r>
              <a:rPr lang="en-US" dirty="0"/>
              <a:t>The patterns we look for can be simple, e.g., “</a:t>
            </a:r>
            <a:r>
              <a:rPr lang="en-US" dirty="0" err="1"/>
              <a:t>abc</a:t>
            </a:r>
            <a:r>
              <a:rPr lang="en-US" dirty="0"/>
              <a:t>” or they can be complex, “All words starting and ending with a vowel”</a:t>
            </a:r>
          </a:p>
          <a:p>
            <a:r>
              <a:rPr lang="en-US" dirty="0"/>
              <a:t>Regular expressions give us a way to describe the patterns we’re looking for in a concise and powerful way</a:t>
            </a:r>
          </a:p>
          <a:p>
            <a:r>
              <a:rPr lang="en-US" dirty="0"/>
              <a:t>We can also modify text with regular expression, e.g., replacing or adding</a:t>
            </a:r>
          </a:p>
          <a:p>
            <a:r>
              <a:rPr lang="en-US" dirty="0"/>
              <a:t>They are available in almost all mainstream programming languages including Java, C#, Python, JavaScript, etc.</a:t>
            </a:r>
          </a:p>
        </p:txBody>
      </p:sp>
    </p:spTree>
    <p:extLst>
      <p:ext uri="{BB962C8B-B14F-4D97-AF65-F5344CB8AC3E}">
        <p14:creationId xmlns:p14="http://schemas.microsoft.com/office/powerpoint/2010/main" val="24726512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2B690D-74EA-4649-9506-F7804EBA83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Regular Expression Terms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DAD9DC-FE88-854E-A119-12A44E8910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Regex</a:t>
            </a:r>
          </a:p>
          <a:p>
            <a:pPr lvl="1"/>
            <a:r>
              <a:rPr lang="en-US" dirty="0"/>
              <a:t>Common contraction for “regular expression”</a:t>
            </a:r>
          </a:p>
          <a:p>
            <a:r>
              <a:rPr lang="en-US" dirty="0"/>
              <a:t>Pattern</a:t>
            </a:r>
          </a:p>
          <a:p>
            <a:pPr lvl="1"/>
            <a:r>
              <a:rPr lang="en-US" dirty="0"/>
              <a:t>Description of combination of characters we’re looking for in some target text</a:t>
            </a:r>
          </a:p>
          <a:p>
            <a:pPr lvl="1"/>
            <a:r>
              <a:rPr lang="en-US" dirty="0"/>
              <a:t>Described using literal characters, character classes, and metacharacters</a:t>
            </a:r>
          </a:p>
          <a:p>
            <a:r>
              <a:rPr lang="en-US" dirty="0"/>
              <a:t>Match</a:t>
            </a:r>
          </a:p>
          <a:p>
            <a:pPr lvl="1"/>
            <a:r>
              <a:rPr lang="en-US" dirty="0"/>
              <a:t>Part(s) of the text that match the given pattern</a:t>
            </a:r>
          </a:p>
          <a:p>
            <a:r>
              <a:rPr lang="en-US" dirty="0"/>
              <a:t>Groups/Capture Groups</a:t>
            </a:r>
          </a:p>
          <a:p>
            <a:pPr lvl="1"/>
            <a:r>
              <a:rPr lang="en-US" dirty="0"/>
              <a:t>Sections of matches that we can treat independently, e.g., in a phone number 444-555-1234, we can pull out the area code separately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73887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A6A4FE-BB76-FF49-92F4-66284C718B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Pattern Language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2CB54D-52C2-9641-919A-910B44E5B2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. – matches any single character</a:t>
            </a:r>
          </a:p>
          <a:p>
            <a:r>
              <a:rPr lang="en-US" dirty="0"/>
              <a:t>apple – matches a literal sequence of characters</a:t>
            </a:r>
          </a:p>
          <a:p>
            <a:r>
              <a:rPr lang="en-US" dirty="0"/>
              <a:t>\x41 – we can also use hex codes, e.g., a literal capital A</a:t>
            </a:r>
          </a:p>
          <a:p>
            <a:r>
              <a:rPr lang="en-US" dirty="0"/>
              <a:t>[ ] – character classes – matches everything inside</a:t>
            </a:r>
          </a:p>
          <a:p>
            <a:pPr lvl="1"/>
            <a:r>
              <a:rPr lang="en-US" dirty="0"/>
              <a:t>[Mm]</a:t>
            </a:r>
            <a:r>
              <a:rPr lang="en-US" dirty="0" err="1"/>
              <a:t>ary</a:t>
            </a:r>
            <a:r>
              <a:rPr lang="en-US" dirty="0"/>
              <a:t> matches the names Mary and </a:t>
            </a:r>
            <a:r>
              <a:rPr lang="en-US" dirty="0" err="1"/>
              <a:t>mary</a:t>
            </a:r>
            <a:endParaRPr lang="en-US" dirty="0"/>
          </a:p>
          <a:p>
            <a:r>
              <a:rPr lang="en-US" dirty="0"/>
              <a:t>\d – matches any single digit</a:t>
            </a:r>
          </a:p>
          <a:p>
            <a:r>
              <a:rPr lang="en-US" dirty="0"/>
              <a:t>\w – matches any single character found in a word </a:t>
            </a:r>
          </a:p>
          <a:p>
            <a:r>
              <a:rPr lang="en-US" dirty="0"/>
              <a:t>^ - matches the beginning of a line</a:t>
            </a:r>
          </a:p>
          <a:p>
            <a:r>
              <a:rPr lang="en-US" dirty="0"/>
              <a:t>$ - matches the end of a line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48008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1F918D-F74D-BC43-AD83-4F66D75C5B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Pattern Language - Quantifiers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911FB1-BD4D-304E-809A-41D9D87ACA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* - means “0 or more”</a:t>
            </a:r>
          </a:p>
          <a:p>
            <a:r>
              <a:rPr lang="en-US" dirty="0"/>
              <a:t>+ – means “1 or more”</a:t>
            </a:r>
          </a:p>
          <a:p>
            <a:r>
              <a:rPr lang="en-US" dirty="0"/>
              <a:t>? – means “0 or 1”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22622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1FE4C0-DB6D-1D49-B416-9C2D34B243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Interactive Examples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6654B1-22DB-7241-AC9D-EA21FA963D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Let’s looks at some examples:</a:t>
            </a:r>
            <a:br>
              <a:rPr lang="en-US" dirty="0"/>
            </a:br>
            <a:r>
              <a:rPr lang="en-US" dirty="0">
                <a:hlinkClick r:id="rId2"/>
              </a:rPr>
              <a:t>https://regex101.com/</a:t>
            </a:r>
            <a:endParaRPr lang="en-US" dirty="0"/>
          </a:p>
          <a:p>
            <a:endParaRPr lang="en-US" dirty="0"/>
          </a:p>
          <a:p>
            <a:r>
              <a:rPr lang="en-US" dirty="0"/>
              <a:t>Simple literal text string</a:t>
            </a:r>
          </a:p>
          <a:p>
            <a:r>
              <a:rPr lang="en-US" dirty="0"/>
              <a:t>Phone number with area code</a:t>
            </a:r>
          </a:p>
          <a:p>
            <a:r>
              <a:rPr lang="en-US" dirty="0"/>
              <a:t>Phone number with area code as group</a:t>
            </a:r>
          </a:p>
          <a:p>
            <a:r>
              <a:rPr lang="en-US" dirty="0"/>
              <a:t>Quoted words</a:t>
            </a:r>
          </a:p>
        </p:txBody>
      </p:sp>
    </p:spTree>
    <p:extLst>
      <p:ext uri="{BB962C8B-B14F-4D97-AF65-F5344CB8AC3E}">
        <p14:creationId xmlns:p14="http://schemas.microsoft.com/office/powerpoint/2010/main" val="26720441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279F7C-689A-CF44-B5CB-4452128315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Java’s Implementation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2547F5-56B3-6140-87CA-38E520FDDB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Let’s take a look at some examples in Java</a:t>
            </a:r>
          </a:p>
        </p:txBody>
      </p:sp>
    </p:spTree>
    <p:extLst>
      <p:ext uri="{BB962C8B-B14F-4D97-AF65-F5344CB8AC3E}">
        <p14:creationId xmlns:p14="http://schemas.microsoft.com/office/powerpoint/2010/main" val="14757990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1009</TotalTime>
  <Words>378</Words>
  <Application>Microsoft Macintosh PowerPoint</Application>
  <PresentationFormat>Widescreen</PresentationFormat>
  <Paragraphs>42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Java Regular Expressions</vt:lpstr>
      <vt:lpstr>What is a Regular Expression?</vt:lpstr>
      <vt:lpstr>Regular Expression Terms</vt:lpstr>
      <vt:lpstr>Pattern Language</vt:lpstr>
      <vt:lpstr>Pattern Language - Quantifiers</vt:lpstr>
      <vt:lpstr>Interactive Examples</vt:lpstr>
      <vt:lpstr>Java’s Implementation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Java Regular Expressions</dc:title>
  <dc:creator>John Puopolo</dc:creator>
  <cp:lastModifiedBy>John Puopolo</cp:lastModifiedBy>
  <cp:revision>13</cp:revision>
  <dcterms:created xsi:type="dcterms:W3CDTF">2020-07-15T19:08:39Z</dcterms:created>
  <dcterms:modified xsi:type="dcterms:W3CDTF">2020-07-16T11:58:34Z</dcterms:modified>
</cp:coreProperties>
</file>