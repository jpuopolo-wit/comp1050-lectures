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266"/>
    <p:restoredTop sz="96405"/>
  </p:normalViewPr>
  <p:slideViewPr>
    <p:cSldViewPr snapToGrid="0" snapToObjects="1">
      <p:cViewPr varScale="1">
        <p:scale>
          <a:sx n="167" d="100"/>
          <a:sy n="167" d="100"/>
        </p:scale>
        <p:origin x="776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486CBE-14B6-5949-A711-80648EC1743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31F7B9-56FE-8046-B58A-6677F7EBA0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84791B-3933-AA43-9424-18D5309148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B3F210-B6F2-644C-A578-F69E0A2ECF97}" type="datetimeFigureOut">
              <a:rPr lang="en-US" smtClean="0"/>
              <a:t>9/9/20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B630BB-13DD-AA4C-90C4-151F14CCF1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7A3134-3895-6E44-9F96-9690FCF08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B3093-5055-4547-9A0B-65ED3DAA28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60007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8A0EEC-81A0-D145-A4F7-6305447C9B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04F193-D6A3-1E4E-B86D-35A73ED7B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3C365F-4D2A-1846-BF82-D0A92165E2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B3F210-B6F2-644C-A578-F69E0A2ECF97}" type="datetimeFigureOut">
              <a:rPr lang="en-US" smtClean="0"/>
              <a:t>9/9/20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C8B393-0882-D141-9CA0-6674102342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9A4CA2-36F1-2647-A0C9-A8285B551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B3093-5055-4547-9A0B-65ED3DAA28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87755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70275F-E59B-D54F-8C8B-999CD1F772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42A0B5-15B4-624C-A66F-F561603001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64A12B-A49A-9E4C-A388-BCE663661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B3F210-B6F2-644C-A578-F69E0A2ECF97}" type="datetimeFigureOut">
              <a:rPr lang="en-US" smtClean="0"/>
              <a:t>9/9/20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EC6A08-59E7-914C-8E93-BCAD3FD0D1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08C3F2-7F59-2844-B898-8CAB7DC810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B3093-5055-4547-9A0B-65ED3DAA28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62081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7DBD25-8DB3-134E-A0BA-9F7C41C532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879169-F123-394D-9A02-C4C7B6A1701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16BE9F9-C1D2-DA4B-B027-028C64DD11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15C4C31-2632-F942-90A4-2666C3F335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B3F210-B6F2-644C-A578-F69E0A2ECF97}" type="datetimeFigureOut">
              <a:rPr lang="en-US" smtClean="0"/>
              <a:t>9/9/20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536D11-E575-6047-97B4-51B10F6AB6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20506E-E728-8146-9A66-87114DC489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B3093-5055-4547-9A0B-65ED3DAA28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43506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02D478-CDEA-4C42-8999-9B6F0E11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A0C458-0CD9-7D4B-896A-93DD66652C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599DF7-801D-EE4E-A5B9-D726BF5D32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108309-3C76-B344-8FC2-DCC83B4A38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D224476-FB63-7F47-8E3D-129E37C8ACA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6133CF-ED40-084F-A7F7-8460DA0271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B3F210-B6F2-644C-A578-F69E0A2ECF97}" type="datetimeFigureOut">
              <a:rPr lang="en-US" smtClean="0"/>
              <a:t>9/9/20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04479F7-CE75-094A-97F6-8BB10AA528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27F5CF-77E1-7441-98B2-5D982483C4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B3093-5055-4547-9A0B-65ED3DAA28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93289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5BA3F7-F433-A349-BAF7-AF8F285017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9AF726D-FB8C-AE46-90AB-35911D85AD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B3F210-B6F2-644C-A578-F69E0A2ECF97}" type="datetimeFigureOut">
              <a:rPr lang="en-US" smtClean="0"/>
              <a:t>9/9/20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48788AD-9D68-604D-810C-17736D4DEC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A667EEF-131F-AA42-B868-43852A4FBD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B3093-5055-4547-9A0B-65ED3DAA28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98418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CE6CED9-8B4E-514B-A482-6FAAD24CCE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B3F210-B6F2-644C-A578-F69E0A2ECF97}" type="datetimeFigureOut">
              <a:rPr lang="en-US" smtClean="0"/>
              <a:t>9/9/20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D23EA28-A011-0543-94ED-C229893743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7BB641-B5A2-234F-B54F-92B2582A2A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B3093-5055-4547-9A0B-65ED3DAA28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8722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780E6-270C-7046-AF6F-95EAF2AEC7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399636-37A6-7F4B-B70F-7FAAE24397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3AFCEFF-3EDD-2D4E-BA81-5D84171B09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BE29C3-28FF-4746-BB4C-28C33E215C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B3F210-B6F2-644C-A578-F69E0A2ECF97}" type="datetimeFigureOut">
              <a:rPr lang="en-US" smtClean="0"/>
              <a:t>9/9/20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CD3F9B-321E-9F4C-999F-B37068A7F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09EEAA-3E06-F648-BB33-96583280E8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B3093-5055-4547-9A0B-65ED3DAA28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6256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660B54-D58A-8F49-8EEA-17E9330DB3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CBBE4E6-6376-3E4C-BB3D-C9A81EB2342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75EDB2A-211E-1645-9F36-6185D5FD91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C971901-9653-1746-972D-F8F792376D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B3F210-B6F2-644C-A578-F69E0A2ECF97}" type="datetimeFigureOut">
              <a:rPr lang="en-US" smtClean="0"/>
              <a:t>9/9/20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F0DDD0-B148-1041-829F-9E17F9C396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42C888-9AB5-7E4D-B541-8EDAB94231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B3093-5055-4547-9A0B-65ED3DAA28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17889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EA503-9FDE-3D4F-85B1-08AB36CD25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15A1B79-0DAB-5449-9E49-7013DFBFC4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9EA0CB-36D5-914A-B95D-E4AD85ECFE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B3F210-B6F2-644C-A578-F69E0A2ECF97}" type="datetimeFigureOut">
              <a:rPr lang="en-US" smtClean="0"/>
              <a:t>9/9/20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1F07E1-C109-B944-A69B-9C38FE9773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39449E-815A-6F48-82EB-7369FAB13C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B3093-5055-4547-9A0B-65ED3DAA28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08350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AFB81A3-A762-D64A-BDC3-870E43C674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DF6CE4-A74C-AD4D-86E4-B34614FC12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483323-5E2E-AE44-AFF4-863B49EFD9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B3F210-B6F2-644C-A578-F69E0A2ECF97}" type="datetimeFigureOut">
              <a:rPr lang="en-US" smtClean="0"/>
              <a:t>9/9/20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FFA88D-3189-4744-8824-1CE9E1F181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D10C96-98C1-FC4D-B6D2-59B3CDAAD6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7B3093-5055-4547-9A0B-65ED3DAA28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93636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BC7DD74-4A94-174C-814F-3C080ED078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868305-51B2-6E4C-8F10-68A8745823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12DCC9-45EE-8F4F-8CD1-F5672A4EE63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B3F210-B6F2-644C-A578-F69E0A2ECF97}" type="datetimeFigureOut">
              <a:rPr lang="en-US" smtClean="0"/>
              <a:t>9/9/20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5C67C1-A999-6F49-857A-42D0BABBF28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5D3217-79F5-5340-90AD-95B5148D4F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7B3093-5055-4547-9A0B-65ED3DAA28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1365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B21888-13E4-304E-BEAF-1ECE7CE8ACF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Java Workflow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9AC2BA0-082F-3F48-AE06-9825AB4893C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96275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38D003-1BA0-2F43-9B18-19ABA037B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609" y="162111"/>
            <a:ext cx="4052124" cy="501939"/>
          </a:xfrm>
        </p:spPr>
        <p:txBody>
          <a:bodyPr>
            <a:noAutofit/>
          </a:bodyPr>
          <a:lstStyle/>
          <a:p>
            <a:r>
              <a:rPr lang="en-US" sz="4000" dirty="0"/>
              <a:t>Overall Workflow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EE559D1-63A3-E249-9FED-C17C9667897F}"/>
              </a:ext>
            </a:extLst>
          </p:cNvPr>
          <p:cNvSpPr/>
          <p:nvPr/>
        </p:nvSpPr>
        <p:spPr>
          <a:xfrm>
            <a:off x="977887" y="1774486"/>
            <a:ext cx="836580" cy="69066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Java File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04EB4A9-0849-0341-8C58-849B377836A4}"/>
              </a:ext>
            </a:extLst>
          </p:cNvPr>
          <p:cNvSpPr/>
          <p:nvPr/>
        </p:nvSpPr>
        <p:spPr>
          <a:xfrm>
            <a:off x="977887" y="2588367"/>
            <a:ext cx="836580" cy="69066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Java File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DAE3EAC-DB0E-A848-8E70-58B55AC2F9D9}"/>
              </a:ext>
            </a:extLst>
          </p:cNvPr>
          <p:cNvSpPr/>
          <p:nvPr/>
        </p:nvSpPr>
        <p:spPr>
          <a:xfrm>
            <a:off x="977887" y="3402250"/>
            <a:ext cx="836580" cy="690664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Java File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1560231-620B-7349-B37C-02C0E8E95B42}"/>
              </a:ext>
            </a:extLst>
          </p:cNvPr>
          <p:cNvSpPr/>
          <p:nvPr/>
        </p:nvSpPr>
        <p:spPr>
          <a:xfrm>
            <a:off x="2511597" y="2456027"/>
            <a:ext cx="914400" cy="690664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 err="1"/>
              <a:t>javac</a:t>
            </a:r>
            <a:endParaRPr lang="en-US" sz="11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092062D-FC5F-F646-920F-5599B348A387}"/>
              </a:ext>
            </a:extLst>
          </p:cNvPr>
          <p:cNvSpPr txBox="1"/>
          <p:nvPr/>
        </p:nvSpPr>
        <p:spPr>
          <a:xfrm>
            <a:off x="970419" y="4216133"/>
            <a:ext cx="85151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dirty="0"/>
              <a:t>Java Source</a:t>
            </a:r>
          </a:p>
          <a:p>
            <a:pPr algn="ctr"/>
            <a:r>
              <a:rPr lang="en-US" sz="1100" dirty="0"/>
              <a:t>.java </a:t>
            </a:r>
          </a:p>
        </p:txBody>
      </p: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2D040C30-84DB-EF43-B9F0-0653209704A7}"/>
              </a:ext>
            </a:extLst>
          </p:cNvPr>
          <p:cNvCxnSpPr>
            <a:cxnSpLocks/>
            <a:stCxn id="5" idx="3"/>
            <a:endCxn id="7" idx="1"/>
          </p:cNvCxnSpPr>
          <p:nvPr/>
        </p:nvCxnSpPr>
        <p:spPr>
          <a:xfrm flipV="1">
            <a:off x="1814467" y="2801359"/>
            <a:ext cx="697130" cy="13234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A70916C8-6D9B-2843-A9B7-82AA566E5908}"/>
              </a:ext>
            </a:extLst>
          </p:cNvPr>
          <p:cNvCxnSpPr>
            <a:cxnSpLocks/>
            <a:stCxn id="4" idx="3"/>
            <a:endCxn id="7" idx="0"/>
          </p:cNvCxnSpPr>
          <p:nvPr/>
        </p:nvCxnSpPr>
        <p:spPr>
          <a:xfrm>
            <a:off x="1814467" y="2119818"/>
            <a:ext cx="1154330" cy="33620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Elbow Connector 21">
            <a:extLst>
              <a:ext uri="{FF2B5EF4-FFF2-40B4-BE49-F238E27FC236}">
                <a16:creationId xmlns:a16="http://schemas.microsoft.com/office/drawing/2014/main" id="{80315CA9-35F8-BE41-AF14-952F98F99B83}"/>
              </a:ext>
            </a:extLst>
          </p:cNvPr>
          <p:cNvCxnSpPr>
            <a:cxnSpLocks/>
            <a:stCxn id="6" idx="3"/>
            <a:endCxn id="7" idx="2"/>
          </p:cNvCxnSpPr>
          <p:nvPr/>
        </p:nvCxnSpPr>
        <p:spPr>
          <a:xfrm flipV="1">
            <a:off x="1814467" y="3146691"/>
            <a:ext cx="1154330" cy="600891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B05A104A-39D4-E747-997B-BD42E2559025}"/>
              </a:ext>
            </a:extLst>
          </p:cNvPr>
          <p:cNvSpPr txBox="1"/>
          <p:nvPr/>
        </p:nvSpPr>
        <p:spPr>
          <a:xfrm>
            <a:off x="2465699" y="4216488"/>
            <a:ext cx="96372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dirty="0"/>
              <a:t>Java compiler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3FD9943-90A6-0E46-B127-560111608419}"/>
              </a:ext>
            </a:extLst>
          </p:cNvPr>
          <p:cNvSpPr txBox="1"/>
          <p:nvPr/>
        </p:nvSpPr>
        <p:spPr>
          <a:xfrm>
            <a:off x="682680" y="1213923"/>
            <a:ext cx="142699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dirty="0"/>
              <a:t>package, e.g., </a:t>
            </a:r>
            <a:r>
              <a:rPr lang="en-US" sz="1100" dirty="0" err="1"/>
              <a:t>edu.wit</a:t>
            </a:r>
            <a:endParaRPr lang="en-US" sz="1100" dirty="0"/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43B5CB96-C230-884A-BEF7-51D241316470}"/>
              </a:ext>
            </a:extLst>
          </p:cNvPr>
          <p:cNvSpPr/>
          <p:nvPr/>
        </p:nvSpPr>
        <p:spPr>
          <a:xfrm>
            <a:off x="4909480" y="2448407"/>
            <a:ext cx="1217000" cy="6906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./</a:t>
            </a:r>
            <a:r>
              <a:rPr lang="en-US" sz="1100" dirty="0" err="1"/>
              <a:t>edu</a:t>
            </a:r>
            <a:r>
              <a:rPr lang="en-US" sz="1100" dirty="0"/>
              <a:t>/wit/</a:t>
            </a:r>
          </a:p>
        </p:txBody>
      </p:sp>
      <p:cxnSp>
        <p:nvCxnSpPr>
          <p:cNvPr id="33" name="Elbow Connector 32">
            <a:extLst>
              <a:ext uri="{FF2B5EF4-FFF2-40B4-BE49-F238E27FC236}">
                <a16:creationId xmlns:a16="http://schemas.microsoft.com/office/drawing/2014/main" id="{ABD761D3-A7B7-6C4D-8C65-B29C942304A7}"/>
              </a:ext>
            </a:extLst>
          </p:cNvPr>
          <p:cNvCxnSpPr>
            <a:cxnSpLocks/>
            <a:stCxn id="27" idx="3"/>
            <a:endCxn id="28" idx="0"/>
          </p:cNvCxnSpPr>
          <p:nvPr/>
        </p:nvCxnSpPr>
        <p:spPr>
          <a:xfrm>
            <a:off x="2109674" y="1344728"/>
            <a:ext cx="3408306" cy="110367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C1B6BE03-C064-9840-89EE-969DEAAF2962}"/>
              </a:ext>
            </a:extLst>
          </p:cNvPr>
          <p:cNvSpPr txBox="1"/>
          <p:nvPr/>
        </p:nvSpPr>
        <p:spPr>
          <a:xfrm>
            <a:off x="2698873" y="1385999"/>
            <a:ext cx="155042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/>
              <a:t>factors into output path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56F34DD-D1FA-CC41-A9B2-57F8B152D5A5}"/>
              </a:ext>
            </a:extLst>
          </p:cNvPr>
          <p:cNvSpPr txBox="1"/>
          <p:nvPr/>
        </p:nvSpPr>
        <p:spPr>
          <a:xfrm>
            <a:off x="3441115" y="2812458"/>
            <a:ext cx="112562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/>
              <a:t>.class files or .jar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0E7C6D2-430F-2347-881E-65B5C39F80A0}"/>
              </a:ext>
            </a:extLst>
          </p:cNvPr>
          <p:cNvSpPr txBox="1"/>
          <p:nvPr/>
        </p:nvSpPr>
        <p:spPr>
          <a:xfrm>
            <a:off x="4946622" y="3685964"/>
            <a:ext cx="112562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/>
              <a:t>.class files or .jar</a:t>
            </a:r>
          </a:p>
        </p:txBody>
      </p:sp>
      <p:sp>
        <p:nvSpPr>
          <p:cNvPr id="59" name="Rounded Rectangle 58">
            <a:extLst>
              <a:ext uri="{FF2B5EF4-FFF2-40B4-BE49-F238E27FC236}">
                <a16:creationId xmlns:a16="http://schemas.microsoft.com/office/drawing/2014/main" id="{28A7B395-5883-C54C-B0D8-C9EEB4FD72F5}"/>
              </a:ext>
            </a:extLst>
          </p:cNvPr>
          <p:cNvSpPr/>
          <p:nvPr/>
        </p:nvSpPr>
        <p:spPr>
          <a:xfrm>
            <a:off x="6542577" y="2448870"/>
            <a:ext cx="914400" cy="690664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java</a:t>
            </a:r>
          </a:p>
        </p:txBody>
      </p:sp>
      <p:cxnSp>
        <p:nvCxnSpPr>
          <p:cNvPr id="61" name="Elbow Connector 60">
            <a:extLst>
              <a:ext uri="{FF2B5EF4-FFF2-40B4-BE49-F238E27FC236}">
                <a16:creationId xmlns:a16="http://schemas.microsoft.com/office/drawing/2014/main" id="{DEDA32F5-4FFA-524F-9568-FBE4383E1FF5}"/>
              </a:ext>
            </a:extLst>
          </p:cNvPr>
          <p:cNvCxnSpPr>
            <a:cxnSpLocks/>
            <a:stCxn id="28" idx="3"/>
            <a:endCxn id="59" idx="1"/>
          </p:cNvCxnSpPr>
          <p:nvPr/>
        </p:nvCxnSpPr>
        <p:spPr>
          <a:xfrm>
            <a:off x="6126480" y="2793739"/>
            <a:ext cx="416097" cy="463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ounded Rectangle 61">
            <a:extLst>
              <a:ext uri="{FF2B5EF4-FFF2-40B4-BE49-F238E27FC236}">
                <a16:creationId xmlns:a16="http://schemas.microsoft.com/office/drawing/2014/main" id="{BD563E90-26F6-144F-8C10-46053753422D}"/>
              </a:ext>
            </a:extLst>
          </p:cNvPr>
          <p:cNvSpPr/>
          <p:nvPr/>
        </p:nvSpPr>
        <p:spPr>
          <a:xfrm>
            <a:off x="4946622" y="4000692"/>
            <a:ext cx="1217000" cy="5232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.class/.jar</a:t>
            </a:r>
          </a:p>
        </p:txBody>
      </p:sp>
      <p:sp>
        <p:nvSpPr>
          <p:cNvPr id="63" name="Rounded Rectangle 62">
            <a:extLst>
              <a:ext uri="{FF2B5EF4-FFF2-40B4-BE49-F238E27FC236}">
                <a16:creationId xmlns:a16="http://schemas.microsoft.com/office/drawing/2014/main" id="{B756086F-89C9-5B4C-B0C7-A0F15C5A7C81}"/>
              </a:ext>
            </a:extLst>
          </p:cNvPr>
          <p:cNvSpPr/>
          <p:nvPr/>
        </p:nvSpPr>
        <p:spPr>
          <a:xfrm>
            <a:off x="4946622" y="4581292"/>
            <a:ext cx="1217000" cy="52321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.class/.jar</a:t>
            </a:r>
          </a:p>
        </p:txBody>
      </p:sp>
      <p:sp>
        <p:nvSpPr>
          <p:cNvPr id="64" name="Left Brace 63">
            <a:extLst>
              <a:ext uri="{FF2B5EF4-FFF2-40B4-BE49-F238E27FC236}">
                <a16:creationId xmlns:a16="http://schemas.microsoft.com/office/drawing/2014/main" id="{B4CB7BAF-0E41-E74C-AAE6-203223B6D0EF}"/>
              </a:ext>
            </a:extLst>
          </p:cNvPr>
          <p:cNvSpPr/>
          <p:nvPr/>
        </p:nvSpPr>
        <p:spPr>
          <a:xfrm>
            <a:off x="4626548" y="4150249"/>
            <a:ext cx="155448" cy="914400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B5337FB-BE1C-6247-8E11-08F7BAB9D80A}"/>
              </a:ext>
            </a:extLst>
          </p:cNvPr>
          <p:cNvSpPr txBox="1"/>
          <p:nvPr/>
        </p:nvSpPr>
        <p:spPr>
          <a:xfrm rot="16200000">
            <a:off x="4086490" y="4450486"/>
            <a:ext cx="74090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other </a:t>
            </a:r>
            <a:r>
              <a:rPr lang="en-US" sz="1100" dirty="0" err="1"/>
              <a:t>dirs</a:t>
            </a:r>
            <a:endParaRPr lang="en-US" sz="1100" dirty="0"/>
          </a:p>
        </p:txBody>
      </p:sp>
      <p:cxnSp>
        <p:nvCxnSpPr>
          <p:cNvPr id="67" name="Elbow Connector 66">
            <a:extLst>
              <a:ext uri="{FF2B5EF4-FFF2-40B4-BE49-F238E27FC236}">
                <a16:creationId xmlns:a16="http://schemas.microsoft.com/office/drawing/2014/main" id="{56D119B2-7E4A-A848-B4B1-8D53488C4025}"/>
              </a:ext>
            </a:extLst>
          </p:cNvPr>
          <p:cNvCxnSpPr>
            <a:cxnSpLocks/>
            <a:stCxn id="62" idx="3"/>
            <a:endCxn id="59" idx="2"/>
          </p:cNvCxnSpPr>
          <p:nvPr/>
        </p:nvCxnSpPr>
        <p:spPr>
          <a:xfrm flipV="1">
            <a:off x="6163622" y="3139534"/>
            <a:ext cx="836155" cy="1122766"/>
          </a:xfrm>
          <a:prstGeom prst="bentConnector2">
            <a:avLst/>
          </a:prstGeom>
          <a:ln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Elbow Connector 68">
            <a:extLst>
              <a:ext uri="{FF2B5EF4-FFF2-40B4-BE49-F238E27FC236}">
                <a16:creationId xmlns:a16="http://schemas.microsoft.com/office/drawing/2014/main" id="{E4B0A85C-97A1-4042-9819-AF36B31062A7}"/>
              </a:ext>
            </a:extLst>
          </p:cNvPr>
          <p:cNvCxnSpPr>
            <a:cxnSpLocks/>
            <a:stCxn id="63" idx="3"/>
            <a:endCxn id="59" idx="2"/>
          </p:cNvCxnSpPr>
          <p:nvPr/>
        </p:nvCxnSpPr>
        <p:spPr>
          <a:xfrm flipV="1">
            <a:off x="6163622" y="3139534"/>
            <a:ext cx="836155" cy="1703366"/>
          </a:xfrm>
          <a:prstGeom prst="bentConnector2">
            <a:avLst/>
          </a:prstGeom>
          <a:ln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DF48C6AC-5DFF-874F-9C9E-C7B4BD26F6CC}"/>
              </a:ext>
            </a:extLst>
          </p:cNvPr>
          <p:cNvSpPr txBox="1"/>
          <p:nvPr/>
        </p:nvSpPr>
        <p:spPr>
          <a:xfrm>
            <a:off x="6214994" y="2076099"/>
            <a:ext cx="170912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/>
              <a:t>invoke Java Virtual Machine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4C82C4FA-5150-8B49-8AAA-B43E6B754250}"/>
              </a:ext>
            </a:extLst>
          </p:cNvPr>
          <p:cNvSpPr/>
          <p:nvPr/>
        </p:nvSpPr>
        <p:spPr>
          <a:xfrm>
            <a:off x="8430428" y="2933699"/>
            <a:ext cx="1699549" cy="1506534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1100" dirty="0"/>
              <a:t>JVM</a:t>
            </a: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0DD026EC-A06A-5D49-9FE1-D7408B2EF227}"/>
              </a:ext>
            </a:extLst>
          </p:cNvPr>
          <p:cNvSpPr/>
          <p:nvPr/>
        </p:nvSpPr>
        <p:spPr>
          <a:xfrm>
            <a:off x="8430427" y="2479873"/>
            <a:ext cx="1699550" cy="453826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OS Process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4053E689-8E50-1B49-AB8E-999F4D55CEF7}"/>
              </a:ext>
            </a:extLst>
          </p:cNvPr>
          <p:cNvSpPr/>
          <p:nvPr/>
        </p:nvSpPr>
        <p:spPr>
          <a:xfrm>
            <a:off x="8430427" y="4080989"/>
            <a:ext cx="1699550" cy="37365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Class Loader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403E1E5-D596-764C-9D0B-357622C182D4}"/>
              </a:ext>
            </a:extLst>
          </p:cNvPr>
          <p:cNvSpPr txBox="1"/>
          <p:nvPr/>
        </p:nvSpPr>
        <p:spPr>
          <a:xfrm>
            <a:off x="8923373" y="4842898"/>
            <a:ext cx="71365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 err="1"/>
              <a:t>classpath</a:t>
            </a:r>
            <a:endParaRPr lang="en-US" sz="1100" dirty="0"/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E7DBC137-2F12-D447-AAB8-E782627C86B7}"/>
              </a:ext>
            </a:extLst>
          </p:cNvPr>
          <p:cNvCxnSpPr>
            <a:cxnSpLocks/>
            <a:endCxn id="89" idx="1"/>
          </p:cNvCxnSpPr>
          <p:nvPr/>
        </p:nvCxnSpPr>
        <p:spPr>
          <a:xfrm flipV="1">
            <a:off x="6999777" y="4267819"/>
            <a:ext cx="1430650" cy="48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7906652F-ACE8-FA4C-AF4C-D153E23305AD}"/>
              </a:ext>
            </a:extLst>
          </p:cNvPr>
          <p:cNvCxnSpPr>
            <a:cxnSpLocks/>
            <a:stCxn id="90" idx="0"/>
            <a:endCxn id="89" idx="2"/>
          </p:cNvCxnSpPr>
          <p:nvPr/>
        </p:nvCxnSpPr>
        <p:spPr>
          <a:xfrm flipV="1">
            <a:off x="9280202" y="4454648"/>
            <a:ext cx="0" cy="3882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Oval 105">
            <a:extLst>
              <a:ext uri="{FF2B5EF4-FFF2-40B4-BE49-F238E27FC236}">
                <a16:creationId xmlns:a16="http://schemas.microsoft.com/office/drawing/2014/main" id="{4719B327-BB52-7E4A-AA2D-E8C48E2C4762}"/>
              </a:ext>
            </a:extLst>
          </p:cNvPr>
          <p:cNvSpPr/>
          <p:nvPr/>
        </p:nvSpPr>
        <p:spPr>
          <a:xfrm>
            <a:off x="8549703" y="3512313"/>
            <a:ext cx="268211" cy="28770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107" name="Oval 106">
            <a:extLst>
              <a:ext uri="{FF2B5EF4-FFF2-40B4-BE49-F238E27FC236}">
                <a16:creationId xmlns:a16="http://schemas.microsoft.com/office/drawing/2014/main" id="{562BCA1B-F582-6848-BAA2-5F9F16E4D016}"/>
              </a:ext>
            </a:extLst>
          </p:cNvPr>
          <p:cNvSpPr/>
          <p:nvPr/>
        </p:nvSpPr>
        <p:spPr>
          <a:xfrm>
            <a:off x="8533043" y="3163025"/>
            <a:ext cx="268211" cy="28770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/>
          </a:p>
        </p:txBody>
      </p:sp>
      <p:sp>
        <p:nvSpPr>
          <p:cNvPr id="108" name="Oval 107">
            <a:extLst>
              <a:ext uri="{FF2B5EF4-FFF2-40B4-BE49-F238E27FC236}">
                <a16:creationId xmlns:a16="http://schemas.microsoft.com/office/drawing/2014/main" id="{50F54268-86A9-324A-8A43-84E6A9EBE359}"/>
              </a:ext>
            </a:extLst>
          </p:cNvPr>
          <p:cNvSpPr/>
          <p:nvPr/>
        </p:nvSpPr>
        <p:spPr>
          <a:xfrm>
            <a:off x="8834326" y="3332866"/>
            <a:ext cx="268211" cy="287701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cxnSp>
        <p:nvCxnSpPr>
          <p:cNvPr id="136" name="Straight Arrow Connector 135">
            <a:extLst>
              <a:ext uri="{FF2B5EF4-FFF2-40B4-BE49-F238E27FC236}">
                <a16:creationId xmlns:a16="http://schemas.microsoft.com/office/drawing/2014/main" id="{4F510BCA-FA2D-A143-92F9-834B9763817F}"/>
              </a:ext>
            </a:extLst>
          </p:cNvPr>
          <p:cNvCxnSpPr>
            <a:stCxn id="7" idx="3"/>
            <a:endCxn id="28" idx="1"/>
          </p:cNvCxnSpPr>
          <p:nvPr/>
        </p:nvCxnSpPr>
        <p:spPr>
          <a:xfrm flipV="1">
            <a:off x="3425997" y="2793739"/>
            <a:ext cx="1483483" cy="76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Rectangle 152">
            <a:extLst>
              <a:ext uri="{FF2B5EF4-FFF2-40B4-BE49-F238E27FC236}">
                <a16:creationId xmlns:a16="http://schemas.microsoft.com/office/drawing/2014/main" id="{873F70B7-7EC8-454F-94F6-6104C9E986A0}"/>
              </a:ext>
            </a:extLst>
          </p:cNvPr>
          <p:cNvSpPr/>
          <p:nvPr/>
        </p:nvSpPr>
        <p:spPr>
          <a:xfrm rot="16200000">
            <a:off x="9367118" y="3320514"/>
            <a:ext cx="1147290" cy="37365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JIT Compiler</a:t>
            </a:r>
          </a:p>
        </p:txBody>
      </p:sp>
      <p:pic>
        <p:nvPicPr>
          <p:cNvPr id="1028" name="Picture 4" descr="Cpu Processor Chip Microchip Chipset Hardware Comments - Tap Line Drawing  Transparent PNG - 980x980 - Free Download on NicePNG">
            <a:extLst>
              <a:ext uri="{FF2B5EF4-FFF2-40B4-BE49-F238E27FC236}">
                <a16:creationId xmlns:a16="http://schemas.microsoft.com/office/drawing/2014/main" id="{076478A9-B8F2-9840-B8FA-B536B7BC79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82788" y="2326359"/>
            <a:ext cx="727593" cy="763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57" name="Elbow Connector 156">
            <a:extLst>
              <a:ext uri="{FF2B5EF4-FFF2-40B4-BE49-F238E27FC236}">
                <a16:creationId xmlns:a16="http://schemas.microsoft.com/office/drawing/2014/main" id="{922FA4ED-6389-B747-874F-78D6715D0129}"/>
              </a:ext>
            </a:extLst>
          </p:cNvPr>
          <p:cNvCxnSpPr>
            <a:cxnSpLocks/>
            <a:stCxn id="108" idx="6"/>
            <a:endCxn id="1028" idx="2"/>
          </p:cNvCxnSpPr>
          <p:nvPr/>
        </p:nvCxnSpPr>
        <p:spPr>
          <a:xfrm flipV="1">
            <a:off x="9102537" y="3089457"/>
            <a:ext cx="2144048" cy="38726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Straight Connector 158">
            <a:extLst>
              <a:ext uri="{FF2B5EF4-FFF2-40B4-BE49-F238E27FC236}">
                <a16:creationId xmlns:a16="http://schemas.microsoft.com/office/drawing/2014/main" id="{E33BAFA6-FB6E-574E-86F4-9E4885DF4CD4}"/>
              </a:ext>
            </a:extLst>
          </p:cNvPr>
          <p:cNvCxnSpPr>
            <a:stCxn id="84" idx="3"/>
            <a:endCxn id="1028" idx="1"/>
          </p:cNvCxnSpPr>
          <p:nvPr/>
        </p:nvCxnSpPr>
        <p:spPr>
          <a:xfrm>
            <a:off x="10129977" y="2706786"/>
            <a:ext cx="752811" cy="112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EE2ACA6B-B3A9-B94E-8B6F-A30276735135}"/>
              </a:ext>
            </a:extLst>
          </p:cNvPr>
          <p:cNvSpPr txBox="1"/>
          <p:nvPr/>
        </p:nvSpPr>
        <p:spPr>
          <a:xfrm>
            <a:off x="10337475" y="3481754"/>
            <a:ext cx="98296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machine code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A4171D11-D9DA-D044-9403-DF9B172F23A3}"/>
              </a:ext>
            </a:extLst>
          </p:cNvPr>
          <p:cNvSpPr txBox="1"/>
          <p:nvPr/>
        </p:nvSpPr>
        <p:spPr>
          <a:xfrm>
            <a:off x="8455828" y="3776388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byte code</a:t>
            </a: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4C0B7934-4FD8-D241-975F-471E1B739E83}"/>
              </a:ext>
            </a:extLst>
          </p:cNvPr>
          <p:cNvSpPr txBox="1"/>
          <p:nvPr/>
        </p:nvSpPr>
        <p:spPr>
          <a:xfrm>
            <a:off x="10395454" y="5331015"/>
            <a:ext cx="13640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Know Thy Tools!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0830B602-E217-954A-8FFA-4B680C6ACD49}"/>
              </a:ext>
            </a:extLst>
          </p:cNvPr>
          <p:cNvSpPr txBox="1"/>
          <p:nvPr/>
        </p:nvSpPr>
        <p:spPr>
          <a:xfrm>
            <a:off x="10364974" y="5565793"/>
            <a:ext cx="841128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/>
              <a:t>javac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java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jar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9BA8773E-36CB-B948-ABF3-ABBB7125F61C}"/>
              </a:ext>
            </a:extLst>
          </p:cNvPr>
          <p:cNvSpPr txBox="1"/>
          <p:nvPr/>
        </p:nvSpPr>
        <p:spPr>
          <a:xfrm>
            <a:off x="4952239" y="5614822"/>
            <a:ext cx="1303562" cy="430887"/>
          </a:xfrm>
          <a:prstGeom prst="rect">
            <a:avLst/>
          </a:prstGeom>
          <a:solidFill>
            <a:schemeClr val="accent2"/>
          </a:solidFill>
        </p:spPr>
        <p:txBody>
          <a:bodyPr wrap="none" rtlCol="0">
            <a:spAutoFit/>
          </a:bodyPr>
          <a:lstStyle/>
          <a:p>
            <a:r>
              <a:rPr lang="en-US" sz="1100" dirty="0"/>
              <a:t>jar (utility)</a:t>
            </a:r>
            <a:br>
              <a:rPr lang="en-US" sz="1100" dirty="0"/>
            </a:br>
            <a:r>
              <a:rPr lang="en-US" sz="1100" dirty="0"/>
              <a:t>e.g., jar –</a:t>
            </a:r>
            <a:r>
              <a:rPr lang="en-US" sz="1100" dirty="0" err="1"/>
              <a:t>tf</a:t>
            </a:r>
            <a:r>
              <a:rPr lang="en-US" sz="1100" dirty="0"/>
              <a:t> &lt;</a:t>
            </a:r>
            <a:r>
              <a:rPr lang="en-US" sz="1100" dirty="0" err="1"/>
              <a:t>jarfile</a:t>
            </a:r>
            <a:r>
              <a:rPr lang="en-US" sz="1100" dirty="0"/>
              <a:t>&gt;</a:t>
            </a:r>
          </a:p>
        </p:txBody>
      </p:sp>
      <p:cxnSp>
        <p:nvCxnSpPr>
          <p:cNvPr id="172" name="Straight Arrow Connector 171">
            <a:extLst>
              <a:ext uri="{FF2B5EF4-FFF2-40B4-BE49-F238E27FC236}">
                <a16:creationId xmlns:a16="http://schemas.microsoft.com/office/drawing/2014/main" id="{2EDDEEDA-FC82-E749-AF82-8B2D1A290145}"/>
              </a:ext>
            </a:extLst>
          </p:cNvPr>
          <p:cNvCxnSpPr>
            <a:cxnSpLocks/>
          </p:cNvCxnSpPr>
          <p:nvPr/>
        </p:nvCxnSpPr>
        <p:spPr>
          <a:xfrm flipV="1">
            <a:off x="5433202" y="5104508"/>
            <a:ext cx="0" cy="5061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Arrow Connector 175">
            <a:extLst>
              <a:ext uri="{FF2B5EF4-FFF2-40B4-BE49-F238E27FC236}">
                <a16:creationId xmlns:a16="http://schemas.microsoft.com/office/drawing/2014/main" id="{2BC98737-0F7E-1941-9E82-D405F1AB9BA2}"/>
              </a:ext>
            </a:extLst>
          </p:cNvPr>
          <p:cNvCxnSpPr>
            <a:cxnSpLocks/>
          </p:cNvCxnSpPr>
          <p:nvPr/>
        </p:nvCxnSpPr>
        <p:spPr>
          <a:xfrm>
            <a:off x="5616082" y="5074067"/>
            <a:ext cx="0" cy="4416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649490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</TotalTime>
  <Words>96</Words>
  <Application>Microsoft Macintosh PowerPoint</Application>
  <PresentationFormat>Widescreen</PresentationFormat>
  <Paragraphs>31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Java Workflow</vt:lpstr>
      <vt:lpstr>Overall Workflow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Java Workflow</dc:title>
  <dc:creator>John Puopolo</dc:creator>
  <cp:lastModifiedBy>John Puopolo</cp:lastModifiedBy>
  <cp:revision>9</cp:revision>
  <dcterms:created xsi:type="dcterms:W3CDTF">2020-09-09T15:45:07Z</dcterms:created>
  <dcterms:modified xsi:type="dcterms:W3CDTF">2020-09-09T16:43:26Z</dcterms:modified>
</cp:coreProperties>
</file>