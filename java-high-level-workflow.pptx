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0"/>
    <p:restoredTop sz="96405"/>
  </p:normalViewPr>
  <p:slideViewPr>
    <p:cSldViewPr snapToGrid="0" snapToObjects="1">
      <p:cViewPr varScale="1">
        <p:scale>
          <a:sx n="122" d="100"/>
          <a:sy n="122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6CBE-14B6-5949-A711-80648EC17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1F7B9-56FE-8046-B58A-6677F7EBA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4791B-3933-AA43-9424-18D53091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630BB-13DD-AA4C-90C4-151F14CC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A3134-3895-6E44-9F96-9690FCF0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0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0EEC-81A0-D145-A4F7-6305447C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F193-D6A3-1E4E-B86D-35A73ED7B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365F-4D2A-1846-BF82-D0A92165E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8B393-0882-D141-9CA0-66741023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A4CA2-36F1-2647-A0C9-A8285B55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75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0275F-E59B-D54F-8C8B-999CD1F77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2A0B5-15B4-624C-A66F-F56160300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4A12B-A49A-9E4C-A388-BCE66366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C6A08-59E7-914C-8E93-BCAD3FD0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8C3F2-7F59-2844-B898-8CAB7DC8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0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BD25-8DB3-134E-A0BA-9F7C41C5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9169-F123-394D-9A02-C4C7B6A17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BE9F9-C1D2-DA4B-B027-028C64DD1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C4C31-2632-F942-90A4-2666C3F3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36D11-E575-6047-97B4-51B10F6A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0506E-E728-8146-9A66-87114DC4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5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D478-CDEA-4C42-8999-9B6F0E11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0C458-0CD9-7D4B-896A-93DD6665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99DF7-801D-EE4E-A5B9-D726BF5D3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08309-3C76-B344-8FC2-DCC83B4A3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24476-FB63-7F47-8E3D-129E37C8A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133CF-ED40-084F-A7F7-8460DA02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479F7-CE75-094A-97F6-8BB10AA5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7F5CF-77E1-7441-98B2-5D982483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2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A3F7-F433-A349-BAF7-AF8F2850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F726D-FB8C-AE46-90AB-35911D85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788AD-9D68-604D-810C-17736D4D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67EEF-131F-AA42-B868-43852A4FB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6CED9-8B4E-514B-A482-6FAAD24CC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23EA28-A011-0543-94ED-C2298937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BB641-B5A2-234F-B54F-92B2582A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7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80E6-270C-7046-AF6F-95EAF2AEC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9636-37A6-7F4B-B70F-7FAAE2439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FCEFF-3EDD-2D4E-BA81-5D84171B0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E29C3-28FF-4746-BB4C-28C33E215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D3F9B-321E-9F4C-999F-B37068A7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9EEAA-3E06-F648-BB33-96583280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2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0B54-D58A-8F49-8EEA-17E9330D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BE4E6-6376-3E4C-BB3D-C9A81EB23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EDB2A-211E-1645-9F36-6185D5FD9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71901-9653-1746-972D-F8F792376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0DDD0-B148-1041-829F-9E17F9C3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2C888-9AB5-7E4D-B541-8EDAB942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8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A503-9FDE-3D4F-85B1-08AB36CD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A1B79-0DAB-5449-9E49-7013DFBFC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EA0CB-36D5-914A-B95D-E4AD85EC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F07E1-C109-B944-A69B-9C38FE97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449E-815A-6F48-82EB-7369FAB1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3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B81A3-A762-D64A-BDC3-870E43C67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F6CE4-A74C-AD4D-86E4-B34614FC1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83323-5E2E-AE44-AFF4-863B49EF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FA88D-3189-4744-8824-1CE9E1F1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10C96-98C1-FC4D-B6D2-59B3CDAA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6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7DD74-4A94-174C-814F-3C080ED07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68305-51B2-6E4C-8F10-68A874582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2DCC9-45EE-8F4F-8CD1-F5672A4EE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3F210-B6F2-644C-A578-F69E0A2ECF97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C67C1-A999-6F49-857A-42D0BABBF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D3217-79F5-5340-90AD-95B5148D4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B3093-5055-4547-9A0B-65ED3DAA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1888-13E4-304E-BEAF-1ECE7CE8AC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C2BA0-082F-3F48-AE06-9825AB489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High Level Overview</a:t>
            </a:r>
          </a:p>
        </p:txBody>
      </p:sp>
    </p:spTree>
    <p:extLst>
      <p:ext uri="{BB962C8B-B14F-4D97-AF65-F5344CB8AC3E}">
        <p14:creationId xmlns:p14="http://schemas.microsoft.com/office/powerpoint/2010/main" val="371962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D003-1BA0-2F43-9B18-19ABA037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9" y="162111"/>
            <a:ext cx="4052124" cy="501939"/>
          </a:xfrm>
        </p:spPr>
        <p:txBody>
          <a:bodyPr>
            <a:noAutofit/>
          </a:bodyPr>
          <a:lstStyle/>
          <a:p>
            <a:r>
              <a:rPr lang="en-US" sz="4000" dirty="0"/>
              <a:t>Overall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E559D1-63A3-E249-9FED-C17C9667897F}"/>
              </a:ext>
            </a:extLst>
          </p:cNvPr>
          <p:cNvSpPr/>
          <p:nvPr/>
        </p:nvSpPr>
        <p:spPr>
          <a:xfrm>
            <a:off x="977887" y="1774486"/>
            <a:ext cx="836580" cy="6906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Java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EB4A9-0849-0341-8C58-849B377836A4}"/>
              </a:ext>
            </a:extLst>
          </p:cNvPr>
          <p:cNvSpPr/>
          <p:nvPr/>
        </p:nvSpPr>
        <p:spPr>
          <a:xfrm>
            <a:off x="977887" y="2588367"/>
            <a:ext cx="836580" cy="6906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Java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E3EAC-DB0E-A848-8E70-58B55AC2F9D9}"/>
              </a:ext>
            </a:extLst>
          </p:cNvPr>
          <p:cNvSpPr/>
          <p:nvPr/>
        </p:nvSpPr>
        <p:spPr>
          <a:xfrm>
            <a:off x="977887" y="3402250"/>
            <a:ext cx="836580" cy="6906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Java File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560231-620B-7349-B37C-02C0E8E95B42}"/>
              </a:ext>
            </a:extLst>
          </p:cNvPr>
          <p:cNvSpPr/>
          <p:nvPr/>
        </p:nvSpPr>
        <p:spPr>
          <a:xfrm>
            <a:off x="2511597" y="2456027"/>
            <a:ext cx="914400" cy="69066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javac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2062D-FC5F-F646-920F-5599B348A387}"/>
              </a:ext>
            </a:extLst>
          </p:cNvPr>
          <p:cNvSpPr txBox="1"/>
          <p:nvPr/>
        </p:nvSpPr>
        <p:spPr>
          <a:xfrm>
            <a:off x="970419" y="4216133"/>
            <a:ext cx="8515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Java Source</a:t>
            </a:r>
          </a:p>
          <a:p>
            <a:pPr algn="ctr"/>
            <a:r>
              <a:rPr lang="en-US" sz="1100" dirty="0"/>
              <a:t>.java 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2D040C30-84DB-EF43-B9F0-0653209704A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1814467" y="2801359"/>
            <a:ext cx="697130" cy="1323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70916C8-6D9B-2843-A9B7-82AA566E5908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1814467" y="2119818"/>
            <a:ext cx="1154330" cy="3362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80315CA9-35F8-BE41-AF14-952F98F99B83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1814467" y="3146691"/>
            <a:ext cx="1154330" cy="6008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05A104A-39D4-E747-997B-BD42E2559025}"/>
              </a:ext>
            </a:extLst>
          </p:cNvPr>
          <p:cNvSpPr txBox="1"/>
          <p:nvPr/>
        </p:nvSpPr>
        <p:spPr>
          <a:xfrm>
            <a:off x="2465699" y="4216488"/>
            <a:ext cx="9637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Java compiler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FD9943-90A6-0E46-B127-560111608419}"/>
              </a:ext>
            </a:extLst>
          </p:cNvPr>
          <p:cNvSpPr txBox="1"/>
          <p:nvPr/>
        </p:nvSpPr>
        <p:spPr>
          <a:xfrm>
            <a:off x="682680" y="1213923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package, e.g., </a:t>
            </a:r>
            <a:r>
              <a:rPr lang="en-US" sz="1100" dirty="0" err="1"/>
              <a:t>edu.wit</a:t>
            </a:r>
            <a:endParaRPr lang="en-US" sz="1100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3B5CB96-C230-884A-BEF7-51D241316470}"/>
              </a:ext>
            </a:extLst>
          </p:cNvPr>
          <p:cNvSpPr/>
          <p:nvPr/>
        </p:nvSpPr>
        <p:spPr>
          <a:xfrm>
            <a:off x="4909480" y="2448407"/>
            <a:ext cx="1217000" cy="69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./</a:t>
            </a:r>
            <a:r>
              <a:rPr lang="en-US" sz="1100" dirty="0" err="1"/>
              <a:t>edu</a:t>
            </a:r>
            <a:r>
              <a:rPr lang="en-US" sz="1100" dirty="0"/>
              <a:t>/wit/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ABD761D3-A7B7-6C4D-8C65-B29C942304A7}"/>
              </a:ext>
            </a:extLst>
          </p:cNvPr>
          <p:cNvCxnSpPr>
            <a:cxnSpLocks/>
            <a:stCxn id="27" idx="3"/>
            <a:endCxn id="28" idx="0"/>
          </p:cNvCxnSpPr>
          <p:nvPr/>
        </p:nvCxnSpPr>
        <p:spPr>
          <a:xfrm>
            <a:off x="2109674" y="1344728"/>
            <a:ext cx="3408306" cy="11036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B6BE03-C064-9840-89EE-969DEAAF2962}"/>
              </a:ext>
            </a:extLst>
          </p:cNvPr>
          <p:cNvSpPr txBox="1"/>
          <p:nvPr/>
        </p:nvSpPr>
        <p:spPr>
          <a:xfrm>
            <a:off x="2698873" y="1385999"/>
            <a:ext cx="1550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factors into output path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6F34DD-D1FA-CC41-A9B2-57F8B152D5A5}"/>
              </a:ext>
            </a:extLst>
          </p:cNvPr>
          <p:cNvSpPr txBox="1"/>
          <p:nvPr/>
        </p:nvSpPr>
        <p:spPr>
          <a:xfrm>
            <a:off x="3441115" y="2812458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.class files or .jar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E7C6D2-430F-2347-881E-65B5C39F80A0}"/>
              </a:ext>
            </a:extLst>
          </p:cNvPr>
          <p:cNvSpPr txBox="1"/>
          <p:nvPr/>
        </p:nvSpPr>
        <p:spPr>
          <a:xfrm>
            <a:off x="4946622" y="3685964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.class files or .jar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28A7B395-5883-C54C-B0D8-C9EEB4FD72F5}"/>
              </a:ext>
            </a:extLst>
          </p:cNvPr>
          <p:cNvSpPr/>
          <p:nvPr/>
        </p:nvSpPr>
        <p:spPr>
          <a:xfrm>
            <a:off x="6542577" y="2448870"/>
            <a:ext cx="914400" cy="69066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java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DEDA32F5-4FFA-524F-9568-FBE4383E1FF5}"/>
              </a:ext>
            </a:extLst>
          </p:cNvPr>
          <p:cNvCxnSpPr>
            <a:cxnSpLocks/>
            <a:stCxn id="28" idx="3"/>
            <a:endCxn id="59" idx="1"/>
          </p:cNvCxnSpPr>
          <p:nvPr/>
        </p:nvCxnSpPr>
        <p:spPr>
          <a:xfrm>
            <a:off x="6126480" y="2793739"/>
            <a:ext cx="416097" cy="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BD563E90-26F6-144F-8C10-46053753422D}"/>
              </a:ext>
            </a:extLst>
          </p:cNvPr>
          <p:cNvSpPr/>
          <p:nvPr/>
        </p:nvSpPr>
        <p:spPr>
          <a:xfrm>
            <a:off x="4946622" y="4000692"/>
            <a:ext cx="1217000" cy="523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.class/.jar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756086F-89C9-5B4C-B0C7-A0F15C5A7C81}"/>
              </a:ext>
            </a:extLst>
          </p:cNvPr>
          <p:cNvSpPr/>
          <p:nvPr/>
        </p:nvSpPr>
        <p:spPr>
          <a:xfrm>
            <a:off x="4946622" y="4581292"/>
            <a:ext cx="1217000" cy="523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.class/.jar</a:t>
            </a:r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B4CB7BAF-0E41-E74C-AAE6-203223B6D0EF}"/>
              </a:ext>
            </a:extLst>
          </p:cNvPr>
          <p:cNvSpPr/>
          <p:nvPr/>
        </p:nvSpPr>
        <p:spPr>
          <a:xfrm>
            <a:off x="4626548" y="4150249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5337FB-BE1C-6247-8E11-08F7BAB9D80A}"/>
              </a:ext>
            </a:extLst>
          </p:cNvPr>
          <p:cNvSpPr txBox="1"/>
          <p:nvPr/>
        </p:nvSpPr>
        <p:spPr>
          <a:xfrm rot="16200000">
            <a:off x="4086490" y="4450486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other </a:t>
            </a:r>
            <a:r>
              <a:rPr lang="en-US" sz="1100" dirty="0" err="1"/>
              <a:t>dirs</a:t>
            </a:r>
            <a:endParaRPr lang="en-US" sz="1100" dirty="0"/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56D119B2-7E4A-A848-B4B1-8D53488C4025}"/>
              </a:ext>
            </a:extLst>
          </p:cNvPr>
          <p:cNvCxnSpPr>
            <a:cxnSpLocks/>
            <a:stCxn id="62" idx="3"/>
            <a:endCxn id="59" idx="2"/>
          </p:cNvCxnSpPr>
          <p:nvPr/>
        </p:nvCxnSpPr>
        <p:spPr>
          <a:xfrm flipV="1">
            <a:off x="6163622" y="3139534"/>
            <a:ext cx="836155" cy="1122766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E4B0A85C-97A1-4042-9819-AF36B31062A7}"/>
              </a:ext>
            </a:extLst>
          </p:cNvPr>
          <p:cNvCxnSpPr>
            <a:cxnSpLocks/>
            <a:stCxn id="63" idx="3"/>
            <a:endCxn id="59" idx="2"/>
          </p:cNvCxnSpPr>
          <p:nvPr/>
        </p:nvCxnSpPr>
        <p:spPr>
          <a:xfrm flipV="1">
            <a:off x="6163622" y="3139534"/>
            <a:ext cx="836155" cy="1703366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F48C6AC-5DFF-874F-9C9E-C7B4BD26F6CC}"/>
              </a:ext>
            </a:extLst>
          </p:cNvPr>
          <p:cNvSpPr txBox="1"/>
          <p:nvPr/>
        </p:nvSpPr>
        <p:spPr>
          <a:xfrm>
            <a:off x="6214994" y="2076099"/>
            <a:ext cx="17091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invoke Java Virtual Machine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C82C4FA-5150-8B49-8AAA-B43E6B754250}"/>
              </a:ext>
            </a:extLst>
          </p:cNvPr>
          <p:cNvSpPr/>
          <p:nvPr/>
        </p:nvSpPr>
        <p:spPr>
          <a:xfrm>
            <a:off x="8430428" y="2933699"/>
            <a:ext cx="1699549" cy="15065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/>
              <a:t>JVM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DD026EC-A06A-5D49-9FE1-D7408B2EF227}"/>
              </a:ext>
            </a:extLst>
          </p:cNvPr>
          <p:cNvSpPr/>
          <p:nvPr/>
        </p:nvSpPr>
        <p:spPr>
          <a:xfrm>
            <a:off x="8430427" y="2479873"/>
            <a:ext cx="1699550" cy="45382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OS Process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053E689-8E50-1B49-AB8E-999F4D55CEF7}"/>
              </a:ext>
            </a:extLst>
          </p:cNvPr>
          <p:cNvSpPr/>
          <p:nvPr/>
        </p:nvSpPr>
        <p:spPr>
          <a:xfrm>
            <a:off x="8430427" y="4080989"/>
            <a:ext cx="1699550" cy="373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Class Loader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403E1E5-D596-764C-9D0B-357622C182D4}"/>
              </a:ext>
            </a:extLst>
          </p:cNvPr>
          <p:cNvSpPr txBox="1"/>
          <p:nvPr/>
        </p:nvSpPr>
        <p:spPr>
          <a:xfrm>
            <a:off x="8923373" y="4842898"/>
            <a:ext cx="713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classpath</a:t>
            </a:r>
            <a:endParaRPr lang="en-US" sz="11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7DBC137-2F12-D447-AAB8-E782627C86B7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6999777" y="4267819"/>
            <a:ext cx="1430650" cy="4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906652F-ACE8-FA4C-AF4C-D153E23305AD}"/>
              </a:ext>
            </a:extLst>
          </p:cNvPr>
          <p:cNvCxnSpPr>
            <a:cxnSpLocks/>
            <a:stCxn id="90" idx="0"/>
            <a:endCxn id="89" idx="2"/>
          </p:cNvCxnSpPr>
          <p:nvPr/>
        </p:nvCxnSpPr>
        <p:spPr>
          <a:xfrm flipV="1">
            <a:off x="9280202" y="4454648"/>
            <a:ext cx="0" cy="388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4719B327-BB52-7E4A-AA2D-E8C48E2C4762}"/>
              </a:ext>
            </a:extLst>
          </p:cNvPr>
          <p:cNvSpPr/>
          <p:nvPr/>
        </p:nvSpPr>
        <p:spPr>
          <a:xfrm>
            <a:off x="8549703" y="3512313"/>
            <a:ext cx="268211" cy="2877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62BCA1B-F582-6848-BAA2-5F9F16E4D016}"/>
              </a:ext>
            </a:extLst>
          </p:cNvPr>
          <p:cNvSpPr/>
          <p:nvPr/>
        </p:nvSpPr>
        <p:spPr>
          <a:xfrm>
            <a:off x="8533043" y="3163025"/>
            <a:ext cx="268211" cy="2877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0F54268-86A9-324A-8A43-84E6A9EBE359}"/>
              </a:ext>
            </a:extLst>
          </p:cNvPr>
          <p:cNvSpPr/>
          <p:nvPr/>
        </p:nvSpPr>
        <p:spPr>
          <a:xfrm>
            <a:off x="8834326" y="3332866"/>
            <a:ext cx="268211" cy="2877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F510BCA-FA2D-A143-92F9-834B9763817F}"/>
              </a:ext>
            </a:extLst>
          </p:cNvPr>
          <p:cNvCxnSpPr>
            <a:stCxn id="7" idx="3"/>
            <a:endCxn id="28" idx="1"/>
          </p:cNvCxnSpPr>
          <p:nvPr/>
        </p:nvCxnSpPr>
        <p:spPr>
          <a:xfrm flipV="1">
            <a:off x="3425997" y="2793739"/>
            <a:ext cx="1483483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73F70B7-7EC8-454F-94F6-6104C9E986A0}"/>
              </a:ext>
            </a:extLst>
          </p:cNvPr>
          <p:cNvSpPr/>
          <p:nvPr/>
        </p:nvSpPr>
        <p:spPr>
          <a:xfrm rot="16200000">
            <a:off x="9367118" y="3320514"/>
            <a:ext cx="1147290" cy="373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JIT Compiler</a:t>
            </a:r>
          </a:p>
        </p:txBody>
      </p:sp>
      <p:pic>
        <p:nvPicPr>
          <p:cNvPr id="1028" name="Picture 4" descr="Cpu Processor Chip Microchip Chipset Hardware Comments - Tap Line Drawing  Transparent PNG - 980x980 - Free Download on NicePNG">
            <a:extLst>
              <a:ext uri="{FF2B5EF4-FFF2-40B4-BE49-F238E27FC236}">
                <a16:creationId xmlns:a16="http://schemas.microsoft.com/office/drawing/2014/main" id="{076478A9-B8F2-9840-B8FA-B536B7BC7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788" y="2326359"/>
            <a:ext cx="727593" cy="76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922FA4ED-6389-B747-874F-78D6715D0129}"/>
              </a:ext>
            </a:extLst>
          </p:cNvPr>
          <p:cNvCxnSpPr>
            <a:cxnSpLocks/>
            <a:stCxn id="108" idx="6"/>
            <a:endCxn id="1028" idx="2"/>
          </p:cNvCxnSpPr>
          <p:nvPr/>
        </p:nvCxnSpPr>
        <p:spPr>
          <a:xfrm flipV="1">
            <a:off x="9102537" y="3089457"/>
            <a:ext cx="2144048" cy="3872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33BAFA6-FB6E-574E-86F4-9E4885DF4CD4}"/>
              </a:ext>
            </a:extLst>
          </p:cNvPr>
          <p:cNvCxnSpPr>
            <a:stCxn id="84" idx="3"/>
            <a:endCxn id="1028" idx="1"/>
          </p:cNvCxnSpPr>
          <p:nvPr/>
        </p:nvCxnSpPr>
        <p:spPr>
          <a:xfrm>
            <a:off x="10129977" y="2706786"/>
            <a:ext cx="752811" cy="1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EE2ACA6B-B3A9-B94E-8B6F-A30276735135}"/>
              </a:ext>
            </a:extLst>
          </p:cNvPr>
          <p:cNvSpPr txBox="1"/>
          <p:nvPr/>
        </p:nvSpPr>
        <p:spPr>
          <a:xfrm>
            <a:off x="10337475" y="3481754"/>
            <a:ext cx="9829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machine code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4171D11-D9DA-D044-9403-DF9B172F23A3}"/>
              </a:ext>
            </a:extLst>
          </p:cNvPr>
          <p:cNvSpPr txBox="1"/>
          <p:nvPr/>
        </p:nvSpPr>
        <p:spPr>
          <a:xfrm>
            <a:off x="8455828" y="377638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byte code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C0B7934-4FD8-D241-975F-471E1B739E83}"/>
              </a:ext>
            </a:extLst>
          </p:cNvPr>
          <p:cNvSpPr txBox="1"/>
          <p:nvPr/>
        </p:nvSpPr>
        <p:spPr>
          <a:xfrm>
            <a:off x="10395454" y="5331015"/>
            <a:ext cx="1364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Know Thy Tools!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830B602-E217-954A-8FFA-4B680C6ACD49}"/>
              </a:ext>
            </a:extLst>
          </p:cNvPr>
          <p:cNvSpPr txBox="1"/>
          <p:nvPr/>
        </p:nvSpPr>
        <p:spPr>
          <a:xfrm>
            <a:off x="10364974" y="5565793"/>
            <a:ext cx="8411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javac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jar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BA8773E-36CB-B948-ABF3-ABBB7125F61C}"/>
              </a:ext>
            </a:extLst>
          </p:cNvPr>
          <p:cNvSpPr txBox="1"/>
          <p:nvPr/>
        </p:nvSpPr>
        <p:spPr>
          <a:xfrm>
            <a:off x="4952239" y="5614822"/>
            <a:ext cx="1303562" cy="43088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jar (utility)</a:t>
            </a:r>
            <a:br>
              <a:rPr lang="en-US" sz="1100" dirty="0"/>
            </a:br>
            <a:r>
              <a:rPr lang="en-US" sz="1100" dirty="0"/>
              <a:t>e.g., jar –</a:t>
            </a:r>
            <a:r>
              <a:rPr lang="en-US" sz="1100" dirty="0" err="1"/>
              <a:t>tf</a:t>
            </a:r>
            <a:r>
              <a:rPr lang="en-US" sz="1100" dirty="0"/>
              <a:t> &lt;</a:t>
            </a:r>
            <a:r>
              <a:rPr lang="en-US" sz="1100" dirty="0" err="1"/>
              <a:t>jarfile</a:t>
            </a:r>
            <a:r>
              <a:rPr lang="en-US" sz="1100" dirty="0"/>
              <a:t>&gt;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EDDEEDA-FC82-E749-AF82-8B2D1A290145}"/>
              </a:ext>
            </a:extLst>
          </p:cNvPr>
          <p:cNvCxnSpPr>
            <a:cxnSpLocks/>
          </p:cNvCxnSpPr>
          <p:nvPr/>
        </p:nvCxnSpPr>
        <p:spPr>
          <a:xfrm flipV="1">
            <a:off x="5433202" y="5104508"/>
            <a:ext cx="0" cy="506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2BC98737-0F7E-1941-9E82-D405F1AB9BA2}"/>
              </a:ext>
            </a:extLst>
          </p:cNvPr>
          <p:cNvCxnSpPr>
            <a:cxnSpLocks/>
          </p:cNvCxnSpPr>
          <p:nvPr/>
        </p:nvCxnSpPr>
        <p:spPr>
          <a:xfrm>
            <a:off x="5616082" y="5074067"/>
            <a:ext cx="0" cy="441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94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99</Words>
  <Application>Microsoft Macintosh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Java Workflow</vt:lpstr>
      <vt:lpstr>Overall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Workflow</dc:title>
  <dc:creator>John Puopolo</dc:creator>
  <cp:lastModifiedBy>John Puopolo</cp:lastModifiedBy>
  <cp:revision>12</cp:revision>
  <dcterms:created xsi:type="dcterms:W3CDTF">2020-09-09T15:45:07Z</dcterms:created>
  <dcterms:modified xsi:type="dcterms:W3CDTF">2020-09-09T22:31:57Z</dcterms:modified>
</cp:coreProperties>
</file>